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0"/>
  </p:notesMasterIdLst>
  <p:sldIdLst>
    <p:sldId id="2767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95"/>
  </p:normalViewPr>
  <p:slideViewPr>
    <p:cSldViewPr snapToGrid="0">
      <p:cViewPr varScale="1">
        <p:scale>
          <a:sx n="150" d="100"/>
          <a:sy n="150" d="100"/>
        </p:scale>
        <p:origin x="624" y="15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5/3/2026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38E9-D21E-DE68-38AC-F56AEA15B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/>
          <a:p>
            <a:r>
              <a:rPr lang="en-US" sz="4000"/>
              <a:t>Woodworking Order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/>
          <a:p>
            <a:r>
              <a:rPr lang="en-US" dirty="0"/>
              <a:t>Final Project Demo</a:t>
            </a:r>
          </a:p>
          <a:p>
            <a:r>
              <a:rPr lang="en-US" dirty="0"/>
              <a:t>Presented by: Justin Verrick</a:t>
            </a:r>
          </a:p>
          <a:p>
            <a:r>
              <a:rPr lang="en-US" dirty="0"/>
              <a:t>INFO-C451</a:t>
            </a:r>
          </a:p>
        </p:txBody>
      </p:sp>
      <p:pic>
        <p:nvPicPr>
          <p:cNvPr id="5" name="Picture 4" descr="Worker measuring wood">
            <a:extLst>
              <a:ext uri="{FF2B5EF4-FFF2-40B4-BE49-F238E27FC236}">
                <a16:creationId xmlns:a16="http://schemas.microsoft.com/office/drawing/2014/main" id="{5C771D3C-FDC3-F224-85FE-A713BE655B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9" r="16685" b="1"/>
          <a:stretch>
            <a:fillRect/>
          </a:stretch>
        </p:blipFill>
        <p:spPr>
          <a:xfrm>
            <a:off x="5586160" y="10"/>
            <a:ext cx="6605841" cy="639914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noFill/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B60C5C2-A596-7FEB-7260-D4D75F7F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</a:pPr>
            <a:fld id="{A2C196D7-201A-4A3A-B9FA-EDBCED2083FF}" type="datetime1">
              <a:rPr lang="en-US" noProof="0" smtClean="0"/>
              <a:pPr lvl="0">
                <a:spcAft>
                  <a:spcPts val="600"/>
                </a:spcAft>
              </a:pPr>
              <a:t>5/3/2026</a:t>
            </a:fld>
            <a:endParaRPr lang="en-US" noProof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93C2242-EDFC-CC39-97DF-2DB1D8D58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</a:pPr>
            <a:r>
              <a:rPr lang="en-US" noProof="0" dirty="0"/>
              <a:t>Sample Footer Text</a:t>
            </a:r>
            <a:endParaRPr lang="en-US" noProof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247F861-42CF-FE05-F8FD-7EBB0D76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 lvl="0">
              <a:spcAft>
                <a:spcPts val="600"/>
              </a:spcAft>
            </a:pPr>
            <a:fld id="{84C450F2-3BB4-4AE4-8A35-A9D7AEA4C850}" type="slidenum">
              <a:rPr lang="en-US" noProof="0" smtClean="0"/>
              <a:pPr lvl="0">
                <a:spcAft>
                  <a:spcPts val="600"/>
                </a:spcAft>
              </a:pPr>
              <a:t>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>
            <a:normAutofit/>
          </a:bodyPr>
          <a:lstStyle/>
          <a:p>
            <a:r>
              <a:rPr lang="en-US"/>
              <a:t>Who is this system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/>
              <a:t>A small custom woodworking shop that is moving away from paper notes and scattered order tracking.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 dirty="0"/>
              <a:t>The business tracks customers, project details, payments, and due dates manually.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 dirty="0"/>
              <a:t>Manual tracking can lead to missed payments, lost notes, and/or forgotten due dates.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 dirty="0"/>
              <a:t>The system gives the users a simple place to manage orders.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602D5-209F-C183-95CC-735D34DC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90712A-E8AC-4933-9DE4-16CA7BD51374}" type="datetime1">
              <a:rPr lang="en-US" smtClean="0"/>
              <a:pPr>
                <a:spcAft>
                  <a:spcPts val="600"/>
                </a:spcAft>
              </a:pPr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8326A-C836-F80E-4EAB-FB475085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DC894-A40D-FD0D-CF41-FEE5AF09B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C8395C-D992-0B84-03DF-2CACD8219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249" y="1436427"/>
            <a:ext cx="5606245" cy="398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44A5-0283-F980-85F3-EE51746F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/>
          <a:p>
            <a:r>
              <a:rPr lang="en-US" sz="7400"/>
              <a:t>Roadmap for demo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78AA688-9EFA-983E-4D3C-4E5B679F77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>
            <a:normAutofit/>
          </a:bodyPr>
          <a:lstStyle/>
          <a:p>
            <a:r>
              <a:rPr lang="en-US" sz="1700" dirty="0"/>
              <a:t>Open the system: Launch the page from the index.html. </a:t>
            </a:r>
          </a:p>
          <a:p>
            <a:r>
              <a:rPr lang="en-US" sz="1700" dirty="0"/>
              <a:t>Add an order: Enter information for required fields.</a:t>
            </a:r>
          </a:p>
          <a:p>
            <a:r>
              <a:rPr lang="en-US" sz="1700" dirty="0"/>
              <a:t>Save and review: The order is saved with </a:t>
            </a:r>
            <a:r>
              <a:rPr lang="en-US" sz="1700" dirty="0" err="1"/>
              <a:t>localStorage</a:t>
            </a:r>
            <a:r>
              <a:rPr lang="en-US" sz="1700" dirty="0"/>
              <a:t> and displayed in the table.</a:t>
            </a:r>
          </a:p>
          <a:p>
            <a:r>
              <a:rPr lang="en-US" sz="1700" dirty="0"/>
              <a:t>Update or delete: Change the status or remove and existing order.</a:t>
            </a:r>
          </a:p>
          <a:p>
            <a:r>
              <a:rPr lang="en-US" sz="1700" dirty="0"/>
              <a:t>Check reliability: Show error handling, testing files, and order summary totals.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66051-9A8D-AB51-EEFB-7677CCB2B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ABDD37E-812B-468F-B489-3911FC6F6723}" type="datetime1">
              <a:rPr lang="en-US" smtClean="0"/>
              <a:pPr>
                <a:spcAft>
                  <a:spcPts val="600"/>
                </a:spcAft>
              </a:pPr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A6235-3D99-C9B4-4037-D7F62E83E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4FC93-FE33-B17E-E50C-7ED72B635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45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133A0-1764-3DC0-A9D7-7733B04AF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57530" cy="755174"/>
          </a:xfrm>
        </p:spPr>
        <p:txBody>
          <a:bodyPr/>
          <a:lstStyle/>
          <a:p>
            <a:r>
              <a:rPr lang="en-US" dirty="0"/>
              <a:t>HOW THE SYSTEM WORKS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20E4A-2DA7-367F-889E-11AF801A3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6E4F-8270-497D-A4DE-9B37A9C4BC18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0C200-7BBC-B1AA-6E27-4596490E6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7C8A9-3ADD-70A8-B9C7-245046BF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B369D7-90A1-D749-8E90-D5DF15653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694" y="755174"/>
            <a:ext cx="4054453" cy="42699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3A38D5A-68F2-105D-ED5D-445BD4EF9BD6}"/>
              </a:ext>
            </a:extLst>
          </p:cNvPr>
          <p:cNvSpPr txBox="1"/>
          <p:nvPr/>
        </p:nvSpPr>
        <p:spPr>
          <a:xfrm>
            <a:off x="1536700" y="5025096"/>
            <a:ext cx="2273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Sequence Diagram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5F1575-6E8C-BAA7-EC06-711A3DE1F57B}"/>
              </a:ext>
            </a:extLst>
          </p:cNvPr>
          <p:cNvSpPr txBox="1"/>
          <p:nvPr/>
        </p:nvSpPr>
        <p:spPr>
          <a:xfrm>
            <a:off x="8422720" y="5025096"/>
            <a:ext cx="193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Activity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A9208E-736B-B6AD-CE14-9A4787C56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853" y="755174"/>
            <a:ext cx="4054453" cy="426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035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2F81C-2BD8-A4FA-1C47-752CDA281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335"/>
            <a:ext cx="6185528" cy="500484"/>
          </a:xfrm>
        </p:spPr>
        <p:txBody>
          <a:bodyPr>
            <a:normAutofit/>
          </a:bodyPr>
          <a:lstStyle/>
          <a:p>
            <a:r>
              <a:rPr lang="en-US" sz="2800" dirty="0"/>
              <a:t>Results and next steps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53411-4585-040B-5834-42C4EFE76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715969"/>
            <a:ext cx="7334250" cy="446081"/>
          </a:xfrm>
        </p:spPr>
        <p:txBody>
          <a:bodyPr>
            <a:normAutofit/>
          </a:bodyPr>
          <a:lstStyle/>
          <a:p>
            <a:r>
              <a:rPr lang="en-US" sz="1600" dirty="0"/>
              <a:t>The system replaces manual order tracking with a simple effective web app.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E3DB6-9604-119A-147D-87313E70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2E664-B024-4B15-A27C-3009EED3249B}" type="datetime1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CA12B-9FEC-9EC2-45A2-67466ADBD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67AE3-F49B-E352-A529-8E3AAB9E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0988B1-C6C6-AF20-7338-78238DF74697}"/>
              </a:ext>
            </a:extLst>
          </p:cNvPr>
          <p:cNvSpPr txBox="1"/>
          <p:nvPr/>
        </p:nvSpPr>
        <p:spPr>
          <a:xfrm>
            <a:off x="57150" y="1162050"/>
            <a:ext cx="5327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Keeps customer, project, status, and payment details in one place.</a:t>
            </a:r>
          </a:p>
          <a:p>
            <a:r>
              <a:rPr lang="en-US" sz="1200" dirty="0"/>
              <a:t>Reduces small mistakes with automatic balance calculation and validation.</a:t>
            </a:r>
          </a:p>
          <a:p>
            <a:r>
              <a:rPr lang="en-US" sz="1200" dirty="0"/>
              <a:t>Uses simple files that are easy to maintain and update.</a:t>
            </a:r>
          </a:p>
          <a:p>
            <a:r>
              <a:rPr lang="en-US" sz="1200" dirty="0"/>
              <a:t>Could be expanded late with search, invoices, backups, or an actual database. </a:t>
            </a:r>
          </a:p>
        </p:txBody>
      </p:sp>
    </p:spTree>
    <p:extLst>
      <p:ext uri="{BB962C8B-B14F-4D97-AF65-F5344CB8AC3E}">
        <p14:creationId xmlns:p14="http://schemas.microsoft.com/office/powerpoint/2010/main" val="4198690590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Modern oasis presentation</Template>
  <TotalTime>58</TotalTime>
  <Words>253</Words>
  <Application>Microsoft Office PowerPoint</Application>
  <PresentationFormat>Widescreen</PresentationFormat>
  <Paragraphs>40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Neue Haas Grotesk Text Pro</vt:lpstr>
      <vt:lpstr>OasisVTI</vt:lpstr>
      <vt:lpstr>Woodworking Order Management System</vt:lpstr>
      <vt:lpstr>Who is this system for?</vt:lpstr>
      <vt:lpstr>Roadmap for demo</vt:lpstr>
      <vt:lpstr>HOW THE SYSTEM WORKS</vt:lpstr>
      <vt:lpstr>Results and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Verrick, Justin Dwayne</dc:creator>
  <cp:lastModifiedBy>Verrick, Justin Dwayne</cp:lastModifiedBy>
  <cp:revision>6</cp:revision>
  <dcterms:created xsi:type="dcterms:W3CDTF">2026-05-03T14:58:44Z</dcterms:created>
  <dcterms:modified xsi:type="dcterms:W3CDTF">2026-05-03T16:32:26Z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